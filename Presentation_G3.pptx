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50"/>
    <p:restoredTop sz="96327"/>
  </p:normalViewPr>
  <p:slideViewPr>
    <p:cSldViewPr snapToGrid="0">
      <p:cViewPr varScale="1">
        <p:scale>
          <a:sx n="75" d="100"/>
          <a:sy n="75" d="100"/>
        </p:scale>
        <p:origin x="48" y="5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Model accuracy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R2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Random Forest</c:v>
                </c:pt>
                <c:pt idx="1">
                  <c:v>Linear Regression</c:v>
                </c:pt>
                <c:pt idx="2">
                  <c:v>Decision Tree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99.27</c:v>
                </c:pt>
                <c:pt idx="1">
                  <c:v>99.27</c:v>
                </c:pt>
                <c:pt idx="2">
                  <c:v>77.62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F6-8B4F-B359-7E3DEF79D9F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R2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Random Forest</c:v>
                </c:pt>
                <c:pt idx="1">
                  <c:v>Linear Regression</c:v>
                </c:pt>
                <c:pt idx="2">
                  <c:v>Decision Tree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94.8</c:v>
                </c:pt>
                <c:pt idx="1">
                  <c:v>85.71</c:v>
                </c:pt>
                <c:pt idx="2">
                  <c:v>98.18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94-49B4-92E7-06554A2430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9254431"/>
        <c:axId val="109778767"/>
      </c:barChart>
      <c:catAx>
        <c:axId val="109254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778767"/>
        <c:crosses val="autoZero"/>
        <c:auto val="1"/>
        <c:lblAlgn val="ctr"/>
        <c:lblOffset val="100"/>
        <c:noMultiLvlLbl val="0"/>
      </c:catAx>
      <c:valAx>
        <c:axId val="1097787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2544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Preprocessing techniques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RF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No preprocessing</c:v>
                </c:pt>
                <c:pt idx="1">
                  <c:v>standardization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-200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D92-8543-80F9-E273A3A8231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LR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No preprocessing</c:v>
                </c:pt>
                <c:pt idx="1">
                  <c:v>standardization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85</c:v>
                </c:pt>
                <c:pt idx="1">
                  <c:v>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D92-8543-80F9-E273A3A823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9254431"/>
        <c:axId val="109778767"/>
      </c:lineChart>
      <c:catAx>
        <c:axId val="109254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778767"/>
        <c:crosses val="autoZero"/>
        <c:auto val="1"/>
        <c:lblAlgn val="ctr"/>
        <c:lblOffset val="100"/>
        <c:noMultiLvlLbl val="0"/>
      </c:catAx>
      <c:valAx>
        <c:axId val="1097787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2544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B3FFA-9F02-70A8-5935-EA5550704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7E7D8F-4BAE-335F-FEA1-083A9061F1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2F87D-EAF8-CFD2-7C93-3ECFF282E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789F-F040-1246-9F38-E63023A0164B}" type="datetimeFigureOut"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3CEAA-B4BB-5755-37CE-410A5AD3A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571A1-5EA4-4D4A-EC78-D19B2B9F8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03-D10A-AE46-9567-8D9AA2376AB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255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8BB47-DC38-C53B-324F-0052A6189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B601B-FEAB-6F07-699C-43D30BDC8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17D95-076A-509C-280D-F93A85807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789F-F040-1246-9F38-E63023A0164B}" type="datetimeFigureOut"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4D5A2-DB93-EA52-0D23-03E936B4C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014AE-44DE-5FE0-626F-B81732898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03-D10A-AE46-9567-8D9AA2376AB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07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4B77-6F74-65CC-BE7C-11BA2EB54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A04AF-5DE2-60CC-E838-B850D8C39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9A3DC-7600-CC0E-480B-5CE94A510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789F-F040-1246-9F38-E63023A0164B}" type="datetimeFigureOut"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FEF8F-0B05-894E-7CD8-37762C438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E3266-ADB7-12CC-305F-CC63D4CC2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03-D10A-AE46-9567-8D9AA2376AB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636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4C0DE-C250-94F6-61B7-7FCEB313C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0DE6-D4CA-BC37-8F2D-0CF64A8485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9D92E-7111-94F3-3A2C-EEBED7436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1A7C6-BF2A-A2C8-A324-E54FB5DE8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789F-F040-1246-9F38-E63023A0164B}" type="datetimeFigureOut"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7B1E38-25CC-4147-F7CA-DE57BEE2B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333BB0-0C08-B7B1-6E4E-9533A87B9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03-D10A-AE46-9567-8D9AA2376AB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431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A4C27-0E99-13D3-1F20-9EE9FF555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E4ACDA-EF9B-6EE2-7E6C-62413D645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C9FA92-EA4E-D25A-8493-8F851BCE20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D14206-608A-B67F-AEF9-409EF12860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E9BFB6-4A8A-5019-DF4B-408698256E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D1CDFC-434A-77D6-2D78-76BB0FDEE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789F-F040-1246-9F38-E63023A0164B}" type="datetimeFigureOut">
              <a:t>1/24/2026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6CD92E-A0C4-8C1C-C098-C40CA04BD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54D838-93E8-4F0E-A86F-C9CCDA51D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03-D10A-AE46-9567-8D9AA2376AB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080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AC4A9-B5A7-5776-701F-5B1ED8D7A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2CF0B0-41AA-EF44-2572-1BA299A99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789F-F040-1246-9F38-E63023A0164B}" type="datetimeFigureOut"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33E865-4BCA-8176-6EA6-F11461672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2202B0-3849-C411-20CF-32CF8E69C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03-D10A-AE46-9567-8D9AA2376AB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573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C31A51-9F5B-A921-C2DB-2449624EA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789F-F040-1246-9F38-E63023A0164B}" type="datetimeFigureOut">
              <a:t>1/24/2026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AF4711-3F04-032F-0E47-078A5B36C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1763E-D80E-822D-6301-EAB0AD225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03-D10A-AE46-9567-8D9AA2376AB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459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8CB82-14A4-6ECE-7088-FEB916194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5CCAB-A27C-A582-6E2E-79BFB69AD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A629A-0503-6472-DF1A-2F4BD778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0525E-2715-AC42-8779-E3BA76B31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789F-F040-1246-9F38-E63023A0164B}" type="datetimeFigureOut"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0CE0A7-CC95-AE88-30B4-8F6D4D73F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0B533D-F934-BC8A-88ED-9F5111442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03-D10A-AE46-9567-8D9AA2376AB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079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C8CF2-A9D5-ED44-ADAC-8A9E3B982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E80209-C613-A05E-28A4-A2033512A6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5348F9-84D4-DF48-7269-4CAE239581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EE019-A8D7-0AF9-5CC9-46754E441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789F-F040-1246-9F38-E63023A0164B}" type="datetimeFigureOut"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3E842A-780D-8B7D-AA9E-FAFCB4783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BECFD-8610-A919-4486-309C0DE24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03-D10A-AE46-9567-8D9AA2376AB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32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6454D-0FD0-E6FD-B694-94C527471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F5151-DFA1-EB02-79D7-F918F0571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832DC-5F45-1CFB-47DE-864EDC0BA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789F-F040-1246-9F38-E63023A0164B}" type="datetimeFigureOut"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B29A7-72D6-3AA3-9248-6D43E7539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FA1B0-7C09-17BE-29EB-8B5457A12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03-D10A-AE46-9567-8D9AA2376AB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990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AC4DBF-4346-3FD5-56C0-D5B91335FE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88E405-D466-2DB0-3E60-87019F0157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AD517-D8A5-BD9E-7C37-81E0F5B50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789F-F040-1246-9F38-E63023A0164B}" type="datetimeFigureOut"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DA8B5-E488-6FD9-319C-6D0E67F05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BEB2B-0E8B-B65B-2282-0BE965868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03-D10A-AE46-9567-8D9AA2376AB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708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084688-AE71-6643-D7D8-CDB12DFF0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9FB24-129D-2B60-6622-DB3027A12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0A4EB-3F42-3F47-39F6-5F649E15E7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8789F-F040-1246-9F38-E63023A0164B}" type="datetimeFigureOut"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6D9EB-C59A-91EE-4634-49E1126C4E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8CA25-DA9C-0CF9-BF0A-EF7C55C2D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28C03-D10A-AE46-9567-8D9AA2376AB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901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0BCBB67-62C0-A220-9432-762B0C346E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3300" y="3843020"/>
            <a:ext cx="3994150" cy="204978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3200" b="1" dirty="0"/>
              <a:t>Group number 3</a:t>
            </a:r>
          </a:p>
          <a:p>
            <a:r>
              <a:rPr lang="en-US" dirty="0"/>
              <a:t>Sohail Hiraj</a:t>
            </a:r>
          </a:p>
          <a:p>
            <a:r>
              <a:rPr lang="en-US" dirty="0"/>
              <a:t>Felipe Franca Doria</a:t>
            </a:r>
          </a:p>
          <a:p>
            <a:r>
              <a:rPr lang="en-US" dirty="0" err="1"/>
              <a:t>Hirishikesh</a:t>
            </a:r>
            <a:r>
              <a:rPr lang="en-AU" dirty="0"/>
              <a:t> Reddy </a:t>
            </a:r>
            <a:r>
              <a:rPr lang="en-AU" dirty="0" err="1"/>
              <a:t>Sanivarapu</a:t>
            </a:r>
            <a:r>
              <a:rPr lang="en-US" dirty="0"/>
              <a:t>  </a:t>
            </a:r>
          </a:p>
          <a:p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34361C50-D611-49EA-5F90-469C6C5AF3D3}"/>
              </a:ext>
            </a:extLst>
          </p:cNvPr>
          <p:cNvSpPr txBox="1">
            <a:spLocks/>
          </p:cNvSpPr>
          <p:nvPr/>
        </p:nvSpPr>
        <p:spPr>
          <a:xfrm>
            <a:off x="1206500" y="403860"/>
            <a:ext cx="9144000" cy="2392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b="1" dirty="0"/>
              <a:t>MINIPROJECT -  IRON KAGGLE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999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A9FFF-7619-CB38-0666-4D203EF0F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357D3-F47B-4B40-495D-B5DA98634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Random Forest Model is the Winner</a:t>
            </a:r>
          </a:p>
          <a:p>
            <a:r>
              <a:rPr lang="en-US" sz="2400" dirty="0"/>
              <a:t>0.9927 R</a:t>
            </a:r>
            <a:r>
              <a:rPr lang="en-US" sz="2400" baseline="30000" dirty="0"/>
              <a:t>2</a:t>
            </a:r>
            <a:r>
              <a:rPr lang="en-US" sz="2400" dirty="0"/>
              <a:t> with training data (sales.csv)</a:t>
            </a:r>
          </a:p>
          <a:p>
            <a:r>
              <a:rPr lang="en-US" sz="2400" dirty="0"/>
              <a:t>0.948 R</a:t>
            </a:r>
            <a:r>
              <a:rPr lang="en-US" sz="2400" baseline="30000" dirty="0"/>
              <a:t>2</a:t>
            </a:r>
            <a:r>
              <a:rPr lang="en-US" sz="2400" dirty="0"/>
              <a:t> with validation data</a:t>
            </a:r>
          </a:p>
          <a:p>
            <a:r>
              <a:rPr lang="en-US" sz="2400" dirty="0"/>
              <a:t>R</a:t>
            </a:r>
            <a:r>
              <a:rPr lang="en-US" sz="2400" baseline="30000" dirty="0"/>
              <a:t>2</a:t>
            </a:r>
            <a:r>
              <a:rPr lang="en-US" sz="2400" dirty="0"/>
              <a:t> Prediction: 90% accuracy</a:t>
            </a:r>
          </a:p>
          <a:p>
            <a:r>
              <a:rPr lang="en-US" sz="2400" dirty="0"/>
              <a:t>Linear </a:t>
            </a:r>
            <a:r>
              <a:rPr lang="en-US" sz="2400" dirty="0" err="1"/>
              <a:t>regr</a:t>
            </a:r>
            <a:r>
              <a:rPr lang="en-US" sz="2400" dirty="0"/>
              <a:t>. With Lasso and </a:t>
            </a:r>
            <a:r>
              <a:rPr lang="en-US" sz="2400" dirty="0" err="1"/>
              <a:t>Rigde</a:t>
            </a:r>
            <a:r>
              <a:rPr lang="en-US" sz="2400" dirty="0"/>
              <a:t>, decision Tree and Random forest.</a:t>
            </a:r>
          </a:p>
          <a:p>
            <a:r>
              <a:rPr lang="en-US" sz="2400" dirty="0"/>
              <a:t>Knowing the store and dropping the day column gave us a good boost in our model Accuracy</a:t>
            </a:r>
            <a:endParaRPr lang="en-US" sz="19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165D083-605B-0A17-EA37-54164DAED9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4208570"/>
              </p:ext>
            </p:extLst>
          </p:nvPr>
        </p:nvGraphicFramePr>
        <p:xfrm>
          <a:off x="6400800" y="1690688"/>
          <a:ext cx="4652579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59897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A37DD-20C1-5C1C-B2D4-9B1040AB4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(preprocessing)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85543-BAEE-863C-37C8-06656B914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A9C027C-ADBD-953C-5C24-6FC7F9F59C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8396915"/>
              </p:ext>
            </p:extLst>
          </p:nvPr>
        </p:nvGraphicFramePr>
        <p:xfrm>
          <a:off x="3111062" y="4034440"/>
          <a:ext cx="5262179" cy="25797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Grafik 5" descr="Ein Bild, das Text, Schrift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5D799232-0756-C536-A2CF-1612D9544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84" y="1366490"/>
            <a:ext cx="10860016" cy="266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737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A37DD-20C1-5C1C-B2D4-9B1040AB4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(models)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85543-BAEE-863C-37C8-06656B914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3032125"/>
            <a:ext cx="10515600" cy="2625725"/>
          </a:xfrm>
        </p:spPr>
        <p:txBody>
          <a:bodyPr/>
          <a:lstStyle/>
          <a:p>
            <a:r>
              <a:rPr lang="en-US" dirty="0"/>
              <a:t>We have tried Linear regression, Random Forest, Ada Boosting and Decision Tree</a:t>
            </a:r>
          </a:p>
          <a:p>
            <a:r>
              <a:rPr lang="en-US" dirty="0"/>
              <a:t>We have found that </a:t>
            </a:r>
            <a:r>
              <a:rPr lang="de-DE" dirty="0"/>
              <a:t>Random Forest Regression and Linear Regression </a:t>
            </a:r>
            <a:r>
              <a:rPr lang="de-DE" dirty="0" err="1"/>
              <a:t>has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highest</a:t>
            </a:r>
            <a:r>
              <a:rPr lang="de-DE" dirty="0"/>
              <a:t> R2 score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876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ADF02E4-6C8B-714F-BD04-4EE78B08FFE8}"/>
              </a:ext>
            </a:extLst>
          </p:cNvPr>
          <p:cNvSpPr/>
          <p:nvPr/>
        </p:nvSpPr>
        <p:spPr>
          <a:xfrm>
            <a:off x="5740400" y="3552825"/>
            <a:ext cx="4641850" cy="24733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DA37DD-20C1-5C1C-B2D4-9B1040AB4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85543-BAEE-863C-37C8-06656B914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6450" y="3673475"/>
            <a:ext cx="10515600" cy="2352675"/>
          </a:xfrm>
        </p:spPr>
        <p:txBody>
          <a:bodyPr>
            <a:normAutofit/>
          </a:bodyPr>
          <a:lstStyle/>
          <a:p>
            <a:r>
              <a:rPr lang="en-US" dirty="0"/>
              <a:t>R</a:t>
            </a:r>
            <a:r>
              <a:rPr lang="en-US" baseline="30000" dirty="0"/>
              <a:t>2</a:t>
            </a:r>
            <a:r>
              <a:rPr lang="en-US" dirty="0"/>
              <a:t> </a:t>
            </a:r>
            <a:r>
              <a:rPr lang="de-DE" dirty="0"/>
              <a:t>: </a:t>
            </a:r>
            <a:r>
              <a:rPr lang="pt-BR" dirty="0"/>
              <a:t>0.948</a:t>
            </a:r>
            <a:endParaRPr lang="de-DE" dirty="0"/>
          </a:p>
          <a:p>
            <a:pPr latinLnBrk="1"/>
            <a:r>
              <a:rPr lang="pt-BR" dirty="0" err="1"/>
              <a:t>mse</a:t>
            </a:r>
            <a:r>
              <a:rPr lang="pt-BR" dirty="0"/>
              <a:t>: 768748.8464661144.</a:t>
            </a:r>
          </a:p>
          <a:p>
            <a:pPr latinLnBrk="1"/>
            <a:r>
              <a:rPr lang="pt-BR" dirty="0" err="1"/>
              <a:t>rmse</a:t>
            </a:r>
            <a:r>
              <a:rPr lang="pt-BR" dirty="0"/>
              <a:t>: 876.7832380161669.</a:t>
            </a:r>
          </a:p>
          <a:p>
            <a:pPr latinLnBrk="1"/>
            <a:r>
              <a:rPr lang="pt-BR" dirty="0" err="1"/>
              <a:t>mae</a:t>
            </a:r>
            <a:r>
              <a:rPr lang="pt-BR" dirty="0"/>
              <a:t>: 536.4307508370215.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345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A37DD-20C1-5C1C-B2D4-9B1040AB4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85543-BAEE-863C-37C8-06656B914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focused on our two best models:</a:t>
            </a:r>
          </a:p>
          <a:p>
            <a:pPr lvl="1"/>
            <a:r>
              <a:rPr lang="en-US" dirty="0"/>
              <a:t>Linear Regression </a:t>
            </a:r>
          </a:p>
          <a:p>
            <a:pPr lvl="1"/>
            <a:r>
              <a:rPr lang="en-US" dirty="0"/>
              <a:t>Random Forest</a:t>
            </a:r>
          </a:p>
          <a:p>
            <a:r>
              <a:rPr lang="en-US" dirty="0"/>
              <a:t>The most important feature was the number of buying customers.</a:t>
            </a:r>
          </a:p>
          <a:p>
            <a:r>
              <a:rPr lang="en-US" dirty="0"/>
              <a:t>The variable discretizing the day was removed because it’s information was already pulverized in our other features.</a:t>
            </a:r>
          </a:p>
          <a:p>
            <a:r>
              <a:rPr lang="en-US" dirty="0"/>
              <a:t>It was not necessary for our model to scale our data.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822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188</Words>
  <Application>Microsoft Office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Executive summary</vt:lpstr>
      <vt:lpstr>Methods (preprocessing)</vt:lpstr>
      <vt:lpstr>Methods (models) </vt:lpstr>
      <vt:lpstr>Random Forest Model</vt:lpstr>
      <vt:lpstr>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Fenollosa</dc:creator>
  <cp:lastModifiedBy>Felipe França Doria</cp:lastModifiedBy>
  <cp:revision>16</cp:revision>
  <dcterms:created xsi:type="dcterms:W3CDTF">2024-10-03T09:08:22Z</dcterms:created>
  <dcterms:modified xsi:type="dcterms:W3CDTF">2026-01-23T17:08:10Z</dcterms:modified>
</cp:coreProperties>
</file>